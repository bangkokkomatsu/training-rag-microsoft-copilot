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 Slide
กล่าวต้อนรับผู้เรียน แนะนำตัวเองและผู้ช่วย (TA)
บอกเป้าหมายวันนี้: ทุกคนจะมี RAG Agent ใช้งานได้จริงก่อน 16:30 น.
เน้นว่า No-Code ไม่ต้องมีพื้นฐาน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Agenda
พาผู้เรียนดูภาพรวมของวัน
เน้น: เช้าเรียน บ่ายสร้าง ปิดด้วย Showcase
บอกว่ามีพัก 2 ครั้ง + Lunch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AI ทั่วไป vs RAG
อธิบายด้วย Analogy:
AI ทั่วไป = ถามคนที่ฉลาดแต่ไม่รู้จักองค์กรเรา
RAG Agent = ถามผู้เชี่ยวชาญที่อ่านเอกสารของเราทั้งหมดก่อนตอบ
ถามผู้เรียนว่า "เคยเจอปัญหา ChatGPT ตอบผิดไหม?" เพื่อ engage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RAG Architecture
อธิบายแต่ละขั้นตอนช้าๆ
เน้น: AI ไม่ได้ "เดา" แต่ "ค้นหา" ก่อนตอบ
บอกว่าวันนี้จะใช้ ไฟล์ PDF/Word, Website และ SharePoint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Use Cases
ถามผู้เรียน: "แผนกของคุณจะทำ Bot เรื่องอะไร?"
ให้เวลา 2 นาทีคิด แล้ว Share
บอกว่า Use Case ที่คิดนี้จะได้สร้างจริงใน Free Build ช่วงบ่าย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M365 Agent Builder
อธิบายว่า M365 Agent Builder = เริ่มต้นง่าย
Copilot Studio = ทรงพลังกว่า ตั้งค่าได้ละเอียดกว่า
วันนี้จะได้ใช้ทั้งคู่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Lab 1
DEMO ก่อน 5 นาที แล้วให้ผู้เรียนทำเอง 30 นาที
TA ช่วยดูแลผู้ที่ติดปัญหา Login หรือ Knowledge ไม่ Ready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Knowledge Types
อธิบายแต่ละแบบ แล้วถามผู้เรียนว่า Use Case ของตัวเองเหมาะกับอะไร
บอกว่า Lab 2 จะได้ลองทั้ง 3 แบบ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Lab 2
DEMO ก่อน 10 นาที เน้นการดู Knowledge Status
ระหว่างรอ Indexing ให้คุยเรื่อง Prompt Engineering ล่วงหน้า
TA ช่วยดูแลคนที่ Knowledge ไม่ Ready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CARE Framework
อธิบายทีละตัวอักษร ยกตัวอย่างที่เกี่ยวกับ HR Bot
ให้ผู้เรียนลองเขียน Instructions ของตัวเองก่อน Lab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BAD vs GOOD
ให้ผู้เรียนดู Agent ที่ใช้ BAD Instructions ก่อน แล้วเปลี่ยนเป็น GOOD แล้วเห็นความต่าง
นี่คือ Core ของ Lab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Lab 3
ให้เวลา 5 นาทีเขียน Instructions ก่อน แล้ว Share ใน Chat/Whiteboard
ผู้สอนเลือก 2-3 ตัวอย่างมา Demo ให้เห็นความต่าง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— Custom Topics
อธิบาย Analogy: Topics = "Script" ที่ Agent ใช้เมื่อเจอสถานการณ์นั้น
เน้น: Fallback สำคัญมาก เพราะถ้าไม่มี Agent อาจ Hallucinate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— Lab 4
Demo Fallback ก่อน 5 นาที แล้วให้ทำเอง
Biggest Mistake: ลืมตั้ง Trigger Phrase ของ Topic → ระบบหา Topic ไม่เจอ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— RAG Improvement Loop
อธิบายว่า Agent ไม่ได้สร้างครั้งเดียวแล้วจบ
ต้องวัด ปรับ วนซ้ำ — เหมือนการ Iterate Product Development
วันนี้ในเวลาจำกัดอาจทำได้แค่ 1-2 รอบ แต่ในองค์กรจริงทำสม่ำเสมอ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— Lab 5
เน้น: การดู "Fail" คือที่มาของ Improvement
ถ้าเวลาน้อย ให้ทำแค่ Step 1-3 แล้ว Discuss ว่าจะปรับอะไร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 — Lab 6 Deploy
DEMO ก่อน 3 นาที แล้วให้ทำพร้อมกัน
ถ้ามีปัญหา Teams ไม่รองรับ บอกว่า Admin ต้องเปิด App Policy 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 — Roadmap
Motivate ผู้เรียนที่ทำสำเร็จวันนี้
บอกว่า Day 2 และ Day 3 จะเปิดเพิ่มในเร็วๆ 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 — Free Build
บอกว่ามีเวลา 30 นาที
ผู้สอนเดินดูและให้ Feedback เป็นรายคน
TA ช่วยดูแลปัญหา Technical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49651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43F60"/>
          </a:solidFill>
          <a:ln w="12700">
            <a:solidFill>
              <a:srgbClr val="243F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Build Your Own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RAG Agent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with Microsoft Copilot Studio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BBD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AI Agent ที่รู้จักข้อมูลองค์กรของคุณ — No-Code 100%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5029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📅 1 วัน  •  09:00–16:30 น.  •  Hands-on 100%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📋  Agenda วันนี้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005840" cy="329184"/>
          </a:xfrm>
          <a:prstGeom prst="rect">
            <a:avLst>
              <a:gd name="adj" fmla="val 1388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05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09:00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905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Welcome + RAG คืออะไร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1197864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1005840" cy="329184"/>
          </a:xfrm>
          <a:prstGeom prst="rect">
            <a:avLst>
              <a:gd name="adj" fmla="val 1388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35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09:40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3350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Lab 1: M365 Agent Builder (Quick Win!)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" y="1627632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28216"/>
            <a:ext cx="1005840" cy="329184"/>
          </a:xfrm>
          <a:prstGeom prst="rect">
            <a:avLst>
              <a:gd name="adj" fmla="val 1388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647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10:25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1764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Lab 2: Copilot Studio + Knowledge Sources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" y="2057400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57984"/>
            <a:ext cx="1005840" cy="329184"/>
          </a:xfrm>
          <a:prstGeom prst="rect">
            <a:avLst>
              <a:gd name="adj" fmla="val 13889"/>
            </a:avLst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94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12:00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🍱 Lunch Break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" y="2487168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587752"/>
            <a:ext cx="1005840" cy="329184"/>
          </a:xfrm>
          <a:prstGeom prst="rect">
            <a:avLst>
              <a:gd name="adj" fmla="val 1388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624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13:15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2624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Lab 3: Prompt Engineering for RAG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9808" y="2916936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1005840" cy="329184"/>
          </a:xfrm>
          <a:prstGeom prst="rect">
            <a:avLst>
              <a:gd name="adj" fmla="val 1388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54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13:55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054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Lab 4: Custom Topics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49808" y="3346704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447288"/>
            <a:ext cx="1005840" cy="329184"/>
          </a:xfrm>
          <a:prstGeom prst="rect">
            <a:avLst>
              <a:gd name="adj" fmla="val 1388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83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14:45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3483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Lab 5: Evaluation + Improvement Loop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9808" y="3776472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77056"/>
            <a:ext cx="1005840" cy="329184"/>
          </a:xfrm>
          <a:prstGeom prst="rect">
            <a:avLst>
              <a:gd name="adj" fmla="val 13889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913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15:15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3040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Lab 6: Deploy to Teams 🚀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49808" y="4206240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306824"/>
            <a:ext cx="1005840" cy="329184"/>
          </a:xfrm>
          <a:prstGeom prst="rect">
            <a:avLst>
              <a:gd name="adj" fmla="val 13889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343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15:30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630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🏗️ Free Build: RAG ของตัวเอง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49808" y="4636008"/>
            <a:ext cx="36576" cy="1005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736592"/>
            <a:ext cx="1005840" cy="329184"/>
          </a:xfrm>
          <a:prstGeom prst="rect">
            <a:avLst>
              <a:gd name="adj" fmla="val 1388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16:00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🎤 Showcase + Q&amp;A +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AI ทั่วไป  vs  RAG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😐  AI ทั่วไป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(ChatGPT / Copilot Chat)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 ไม่รู้จักเอกสารของเรา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 ตอบจากความรู้ทั่วไปเท่านั้น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 อาจตอบผิดหรือ Hallucinate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 ทุกคนได้คำตอบเหมือนกัน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 เหมาะกับคำถามทั่วไป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VS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931920" cy="40233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868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🤖  RAG 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(Copilot Studio + Knowledge)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572768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 รู้จักเอกสาร/ข้อมูลองค์กรเรา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 ค้นหาก่อนตอบ (ไม่เดา)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 อ้างอิงแหล่งที่มาได้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 ตั้งค่าให้ตอบในขอบเขตที่กำหนด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 Deploy ใน Teams ให้ทีมใช้ได้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วิธีที่ RAG Agent ทำงาน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371600" cy="1371600"/>
          </a:xfrm>
          <a:prstGeom prst="rect">
            <a:avLst>
              <a:gd name="adj" fmla="val 8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User ถามคำถาม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84832" y="914400"/>
            <a:ext cx="1371600" cy="1371600"/>
          </a:xfrm>
          <a:prstGeom prst="rect">
            <a:avLst>
              <a:gd name="adj" fmla="val 8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93392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Agent ค้นหาใน Knowledge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1417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03904" y="914400"/>
            <a:ext cx="1371600" cy="1371600"/>
          </a:xfrm>
          <a:prstGeom prst="rect">
            <a:avLst>
              <a:gd name="adj" fmla="val 8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12464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ดึง Context ที่เกี่ยวข้อง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75504" y="1417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522976" y="914400"/>
            <a:ext cx="1371600" cy="1371600"/>
          </a:xfrm>
          <a:prstGeom prst="rect">
            <a:avLst>
              <a:gd name="adj" fmla="val 8000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31536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AI สร้างคำตอบ + อ้างอิง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94576" y="1417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42048" y="914400"/>
            <a:ext cx="1371600" cy="1371600"/>
          </a:xfrm>
          <a:prstGeom prst="rect">
            <a:avLst>
              <a:gd name="adj" fmla="val 8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50608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User ได้คำตอบที่ถูกต้อง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📚  Knowledge Sources ที่รองรับ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74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📁 ไฟล์ PDF/Word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อัปโหลดเอกสาร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32888" y="3429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32888" y="3474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🌐 Website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เว็บไซต์สาธารณะ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08576" y="3429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3474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📂 SharePoint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 Internal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08576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(คอร์สนี้)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84264" y="3429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4264" y="3474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🗄️ Dataverse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Database (Advanced)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84264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(คอร์สนี้)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ตัวอย่าง RAG Agent ในองค์กร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👥  HR Policy Bot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ตอบคำถาม Leave, Welfare,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ค่าใช้จ่าย จากเอกสาร Policy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💻  IT Support FAQ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35331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แก้ปัญหา Password, VPN,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Software ที่พบบ่อย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822960"/>
            <a:ext cx="26517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822960"/>
            <a:ext cx="2651760" cy="4572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🛒  Procurement Bot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35331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 PO, Vendor SLA,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เอกสาร Compliance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517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26080"/>
            <a:ext cx="2651760" cy="4572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📦  Product Knowledge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564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ข้อมูลสินค้า/บริการ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ช่วย Sales ตอบลูกค้า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517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51760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🏭  SOP / Operation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4564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คู่มือปฏิบัติงาน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สำหรับสายการผลิต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6517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926080"/>
            <a:ext cx="26517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🎓  Onboarding Bot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4564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ช่วยพนักงานใหม่หาข้อมูล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ขั้นตอน Onboarding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Module M2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M365 Agent Builder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— Quick Win! 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1.  ภาพรวม Agent Builder ใน Microsoft 365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2.  Demo: สร้าง Agent ใน 5 นาที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3.  Lab 1: ทุกคนสร้าง Agent แรกได้เลย!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M365 Agent Builder คืออะไร?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ทำได้ใน M365 Agent Builder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023360" cy="35478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52728"/>
            <a:ext cx="3931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Agent จาก Description ง่ายๆ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เชื่อม Knowledge จาก Web URL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ใช้งานใน M365 Copilot Chat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ไม่ต้องตั้งค่าอะไรมาก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เหมาะกับ Quick Prototype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97680" cy="38404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868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⚙️ ต้องใช้ Copilot Studio ถ้าต้องการ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207008"/>
            <a:ext cx="4297680" cy="35478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252728"/>
            <a:ext cx="4206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เชื่อม SharePoint / ไฟล์ PDF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ตั้ง Instructions ละเอียด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Custom Topics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Evaluation &amp; Analytics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Deploy ไปยัง Teams / Web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🔬 Lab 1: สร้าง Agent แรกด้วย M365 Agent Builder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⏱ เวลา: 35 นาที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เปิด M365 Copilot Chat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ไปที่ m365.cloud.microsoft/chat แล้ว Login ด้วย Account ที่ได้รับ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กด Agents → New 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เลือกแท็บ "Describe" แล้วพิมพ์คำอธิบาย Agent ที่ต้องการ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ตั้งชื่อและเพิ่ม Knowledge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ใส่ชื่อ Agent และ URL เว็บที่ต้องการใช้เป็น Knowledge Source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เปิด "Only use specified sources"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ไปที่ Configure → เปิด Option นี้เพื่อให้ตอบเฉพาะข้อมูลที่เรากำหนด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ทดสอบ Agent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ถามคำถามที่เกี่ยวกับ Knowledge ที่ใส่ไว้ แล้วดูว่าตอบถูกต้องไหม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💡 Tip: ถ้า Agent ตอบผิด ลองปรับ Description ให้ชัดขึ้น หรือเพิ่ม URL Knowledge Source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Module M3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Copilot Studio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+ Knowledge Sources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1.  ภาพรวม Copilot Studio vs M365 Agent Builder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2.  3 ประเภท Knowledge Source และเมื่อไหร่ควรใช้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3.  Lab 2: สร้าง RAG Agent พื้นฐาน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Knowledge Source — เลือกใช้อะไรดี?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9748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6974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📁  ไฟล์ PDF / Word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99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เหมาะกับ: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มีเอกสารที่ Update ไม่บ่อย เช่น Policy, คู่มือ, FAQ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ข้อดี: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Upload ง่าย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ควบคุมเนื้อหาได้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⚠️ ข้อจำกัด: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502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ต้อง Upload ใหม่เมื่อ Update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434840"/>
            <a:ext cx="26974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4622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ใช้ใน Lab 2 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777240"/>
            <a:ext cx="269748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777240"/>
            <a:ext cx="269748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822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🌐  Public Website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46120" y="1399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เหมาะกับ: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1645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ข้อมูลอยู่บนเว็บสาธารณะ เช่น เว็บสินค้า, Documentation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ข้อดี: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2633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Update อัตโนมัติ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ไม่ต้อง Upload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⚠️ ข้อจำกัด: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502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เว็บต้องเป็น Public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4434840"/>
            <a:ext cx="26974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44622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ใช้ใน Lab 2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777240"/>
            <a:ext cx="269748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777240"/>
            <a:ext cx="2697480" cy="54864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822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📂  SharePoint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26480" y="1399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เหมาะกับ: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1645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ข้อมูล Internal ที่อยู่ใน SharePoint ขององค์กร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2377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ข้อดี: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2633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เข้าถึง Internal docs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Sync อัตโนมัติ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⚠️ ข้อจำกัด: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3502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• ต้องมีสิทธิ์ SharePoint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4434840"/>
            <a:ext cx="26974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4622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ใช้ใน Lab 2 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🔬 Lab 2: Copilot Studio — RAG พื้นฐาน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⏱ เวลา: 40 นาที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Agent ใหม่ใน Copilot Studio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ไปที่ copilotstudio.microsoft.com → Agents → สร้าง Agent และใส่ 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เพิ่ม Knowledge จากไฟล์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Knowledge → Add knowledge → Upload files → เลือกไฟล์ PDF/Word ที่เตรียมมา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เพิ่ม Knowledge จากเว็บ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Knowledge → Add knowledge → Public websites → ใส่ URL เว็บไซต์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รอ Status เป็น "Ready"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⚠️ อย่า Navigate ออกระหว่างรอ! ใช้เวลา 2-5 นาที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ปิด Web Search + ทดสอบ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Overview → Web Search → Disabled แล้วทดสอบถามคำถามใน Test Pane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⚠️ Common Issue: Knowledge Status ไม่เป็น Ready → ให้รอ หรือ Refresh หน้าเว็บ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Module M4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Prompt Engineering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for RAG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1.  ทำไม Instructions ถึงสำคัญกว่าที่คิด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2.  CARE Framework สำหรับเขียน Instructions ที่ดี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3.  Lab 3: ปรับ Instructions แล้วเห็นผลทันที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CARE Framework — เขียน Instructions ที่ดี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9436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Context:  บอกว่า Agent คือใคร ทำงานให้ใคร และมีบทบาทอะไร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💬 ""You are an HR assistant for [บริษัท]. Answer only about HR policies.""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594360" cy="8229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928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05840" y="18470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Action:  ระบุให้ชัดว่าควรทำอะไร ตอบอย่างไร ใช้รูปแบบไหน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1854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💬 ""Always answer in Thai. Keep answers under 3 bullet points.""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25496"/>
            <a:ext cx="594360" cy="8229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1693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05840" y="287121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Result:  กำหนดผลลัพธ์ที่ต้องการ เช่น Format, Tone, ภาษา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2095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💬 ""If not found in documents, say 'กรุณาติดต่อ HR โดยตรง'""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49624"/>
            <a:ext cx="594360" cy="8229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41064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05840" y="38953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Example:  ให้ตัวอย่างคำถาม-คำตอบที่ดีเพื่อเป็น Reference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233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💬 ""Q: ลาป่วยได้กี่วัน? A: พนักงานมีสิทธิ์ลาป่วยได้...""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Instructions: BAD vs GOOD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148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 Instructions แบบ BAD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"Answer questions from the document."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ไม่รู้ว่าต้องตอบเป็นภาษาอะไร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อาจตอบยาวหรือสั้นเกินไป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34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ไม่รู้จะทำอะไรเมื่อหาคำตอบไม่เจอ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163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Tone ไม่สอดคล้องกับองค์กร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593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❌ ตอบนอกขอบเขตได้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777240"/>
            <a:ext cx="393192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 Instructions แบบ GOOD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12984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"You are an HR assistant for [Org]. Answer ONLY from provided HR documents. If not found, say 'กรุณาติดต่อ HR'. Always answer in Thai. Max 3 bullets."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ตอบเป็นภาษาไทยเสมอ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578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ตอบสั้น กระชับ ใน 3 Bullets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0083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มี Fallback เมื่อหาไม่เจอ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Tone เป็นมืออาชีพ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867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ไม่ตอบนอกขอบเขต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🔬 Lab 3: Prompt Engineering — ปรับ Instructions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⏱ เวลา: 40 นาที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เปิด Agent จาก Lab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กลับไปที่ Agent ที่สร้างใน Lab 2 → Overview → Instructions → Edit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ทดสอบ Instructions เดิม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 3 คำถาม บันทึกคำตอบที่ได้ (จะเปรียบเทียบกันทีหลัง)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แก้ Instructions ด้วย CARE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เพิ่ม Context, Action, Result, Example ตาม Framework → Save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ทดสอบคำถามชุดเดิม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 3 คำถามเดิม เปรียบเทียบคุณภาพคำตอบ ก่อน/หลัง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ทดสอบ Out-of-Scope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ถามคำถามนอกขอบเขต → Agent ควรปฏิเสธตอบอย่างสุภาพ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💡 Challenge: ลองทำให้ Agent ปฏิเสธตอบเรื่องการเมือง หรือเรื่องที่ไม่เกี่ยวกับงาน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Module M5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Custom Topics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— จัดการกรณีพิเศษ 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1.  Topics คืออะไร และทำไมถึงสำคัญ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2.  Fallback Topic: เมื่อ Agent ตอบไม่ได้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3.  Escalation Topic: ส่งต่อให้คน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4.  Lab 4: สร้าง Topics ของตัวเอง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Custom Topics — จัดการกรณีพิเศษ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97480" cy="3931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6974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👋  Greeting Topic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ต้อนรับผู้ใช้ใหม่ บอกว่า Agent ทำอะไรได้บ้าง สร้าง First Impression ที่ดี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389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ทำใน Lab 4 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697480" cy="3931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777240"/>
            <a:ext cx="2697480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822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❓  Fallback Topic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13716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เมื่อ Agent หาคำตอบไม่เจอ → แทนที่จะ Hallucinate ให้บอก "ไม่ทราบ" อย่างสุภาพ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4389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5A11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ทำใน Lab 4 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777240"/>
            <a:ext cx="2697480" cy="3931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777240"/>
            <a:ext cx="269748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822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🆘  Escalation Topic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13716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เมื่อปัญหาซับซ้อน → เก็บชื่อ+อีเมล แล้วแจ้งว่าจะมีคนติดต่อกลับ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4389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ทำใน Lab 4 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846320"/>
            <a:ext cx="85953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💡 RAG ที่ดี ≠ ตอบได้ทุกคำถาม  |  RAG ที่ดี = รู้ว่าเมื่อไหร่ควรปฏิเสธ + มี Escalation Path ที่ชัดเจน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🔬 Lab 4: Custom Topics — Fallback + Escalation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⏱ เวลา: 35 นาที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Fallback Topic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Topics → Add → เลือก "From blank" → ตั้งชื่อ "Fallback" → ใส่ข้อความแจ้งเมื่อหาไม่เจอ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Escalation Topic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Topics → Add → "From blank" → ถามชื่อ, อีเมล, เรื่องที่ต้องการ → ส่งข้อความยืนยัน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เชื่อม Escalation กับ Fallback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ใน Fallback Topic → เพิ่ม Redirect ไปยัง Escalation Topic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ทดสอบ Fallback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ถามคำถามนอกขอบเขต → Agent ควรตอบว่าไม่ทราบ และเสนอ Escalation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ทดสอบ Escalation Flow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ยืนยันว่าใส่ชื่อ+อีเมลแล้ว Agent ตอบขอบคุณและบอก Next Step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💡 Bonus: ลองสร้าง Greeting Topic ต้อนรับผู้ใช้เมื่อเริ่มต้น Conversation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Module M6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Evaluation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— วัดคุณภาพ RAG 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1.  ทำไมต้องวัดคุณภาพ Agent?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2.  Evaluation Test Sets 3 ประเภท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3.  RAG Improvement Loop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4.  Lab 5: สร้าง Test Set และวัดผล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RAG Improvement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1828800" cy="1554480"/>
          </a:xfrm>
          <a:prstGeom prst="rect">
            <a:avLst>
              <a:gd name="adj" fmla="val 8824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1. 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+ Knowledge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1828800" cy="1554480"/>
          </a:xfrm>
          <a:prstGeom prst="rect">
            <a:avLst>
              <a:gd name="adj" fmla="val 882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2. 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ถามคำถาม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ด้วยตนเอง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200400"/>
            <a:ext cx="1828800" cy="1554480"/>
          </a:xfrm>
          <a:prstGeom prst="rect">
            <a:avLst>
              <a:gd name="adj" fmla="val 8824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94360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3. Evaluate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รัน Test 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 Pass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200400"/>
            <a:ext cx="1828800" cy="1554480"/>
          </a:xfrm>
          <a:prstGeom prst="rect">
            <a:avLst>
              <a:gd name="adj" fmla="val 8824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4. Improve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ปรับ 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หรือ Instructions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3464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2423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2423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</a:rPr>
              <a:t>↑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200400" y="2194560"/>
            <a:ext cx="2743200" cy="123444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2402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🎯 ทำวนซ้ำจนได้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Pass Rate ที่ต้องการ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(เป้าหมาย: ≥ 80%)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🔬 Lab 5: Evaluation + RAG Improvement 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⏱ เวลา: 30 นาที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เปิด Evaluation Tab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ใน Agent → กด "Evaluation" ในแถบนำทางด้านบน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Test Set แบบ Auto-Generate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New evaluation → Generate 10 questions → ตั้งชื่อ → Save → Evaluate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ดูผลลัพธ์และคำถามที่ Fail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ดู Pass Rate → กดเข้าดูคำถามที่ Fail → วิเคราะห์ว่าทำไมตอบผิด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ปรับปรุง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ถ้า Fail เพราะ Knowledge ไม่พอ → เพิ่มเอกสาร / ถ้า Instructions ไม่ชัด → ปรับ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รัน Evaluation อีกครั้ง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Evaluate ซ้ำ → เปรียบเทียบ Pass Rate กับรอบแรก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🎯 เป้าหมาย: Pass Rate เพิ่มขึ้นอย่างน้อย 1 คำถาม หลังปรับปรุง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Module M7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Deploy to Teams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+ Next Steps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1.  Publish Agent ไปยัง Microsoft Teams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2.  Lab 6: Deploy และทดสอบใน Teams จริง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  3.  RAG Roadmap สู่ Level ถัดไป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🚀 Lab 6: Deploy to Microsoft Teams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⏱ เวลา: 15 นาที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กด Publish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ใน Agent → กด "Publish" มุมขวาบน → ยืนยัน → รอ Publish เสร็จ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ไปที่ Channels → Teams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กด "Channels" ในแถบนำทาง → เลือก "Microsoft 365 and Microsoft Teams"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ติ๊ก Make available in M365 Copilot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ในหน้า Channel Panel → ติ๊ก Checkbox นี้ → กด Save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กด "See agent in Teams"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กดปุ่มนี้ → Browser จะเปิด Teams Web → กด Add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347472" cy="347472"/>
          </a:xfrm>
          <a:prstGeom prst="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ทดสอบใน Teams จริง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พิมพ์คำถามใน Teams Chat กับ Agent → เปรียบเทียบ UX กับ Test Panel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🎉 เมื่อเสร็จแล้ว Agent ของคุณพร้อมให้ทีมใช้งานผ่าน Microsoft Teams ได้ทันที!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🗺️ Roadmap — ต่อยอดจากวันนี้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645920" cy="118872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วันนี้ (Day 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✅ สำเร็จแล้ว!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7C1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Static RAG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1417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🔧 เครื่องมือ: File, Web, SharePoint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85953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164592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Day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→ คอร์สถัดไป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Live Data RAG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27889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🔧 เครื่องมือ: Dataverse MCP, ServiceNow,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566160"/>
            <a:ext cx="1645920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Day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→ Advanced Course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2FB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Multi-Agent &amp; Autonomous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011680" y="41605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🔧 เครื่องมือ: Child Agents, Recurring Trigger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937760"/>
            <a:ext cx="8595360" cy="2286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6519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💡 เป้าหมายระยะยาว: สร้าง Enterprise AI Ecosystem ที่ Agent หลายตัวทำงานร่วมกันอัตโนมัติ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640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🏗️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Free Build Time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สร้าง RAG Agent ของตัวเองได้เลยครับ/ค่ะ! 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788920"/>
            <a:ext cx="6400800" cy="54864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017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📁 ใช้เอกสารของแผนกตัวเอง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474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✍️ เขียน Instructions ที่ตรงกับงาน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931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🧪 ทดสอบและ Evaluate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🚀 Deploy ใน Teams ถ้าทำได้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DBBDA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ผู้สอนและ TA พร้อมช่วยเหลือตลอด  •  Showcase 16:00 น.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2026-08-05T08:10:45Z</dcterms:created>
  <dcterms:modified xsi:type="dcterms:W3CDTF">2026-08-05T08:10:45Z</dcterms:modified>
</cp:coreProperties>
</file>